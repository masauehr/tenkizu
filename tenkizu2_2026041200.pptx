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300hPa ジェット / 500hPa 気温 (Fax57)】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FT000h (04/12 00UTC)  FT012h (04/12 12UTC)</a:t>
            </a:r>
          </a:p>
        </p:txBody>
      </p:sp>
      <p:pic>
        <p:nvPicPr>
          <p:cNvPr id="3" name="Picture 2" descr="2026041200_FT000h_300hPa_J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63" y="347472"/>
            <a:ext cx="3356169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FT000h (04/12 00UTC)  300hPa_Jet</a:t>
            </a:r>
          </a:p>
        </p:txBody>
      </p:sp>
      <p:pic>
        <p:nvPicPr>
          <p:cNvPr id="5" name="Picture 4" descr="2026041200_FT012h_300hPa_J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495" y="347472"/>
            <a:ext cx="3406714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9432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FT012h (04/12 12UTC)  300hPa_Jet</a:t>
            </a:r>
          </a:p>
        </p:txBody>
      </p:sp>
      <p:pic>
        <p:nvPicPr>
          <p:cNvPr id="7" name="Picture 6" descr="2026041200_FT000h_Fax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5" y="3602736"/>
            <a:ext cx="3424405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FT000h (04/12 00UTC)  Fax57</a:t>
            </a:r>
          </a:p>
        </p:txBody>
      </p:sp>
      <p:pic>
        <p:nvPicPr>
          <p:cNvPr id="9" name="Picture 8" descr="2026041200_FT012h_Fax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4649" y="3602736"/>
            <a:ext cx="3424405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9432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FT012h (04/12 12UTC)  Fax57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300hPa ジェット / 500hPa 気温 (Fax57)】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FT024h (04/13 00UTC)  FT036h (04/13 12UTC)</a:t>
            </a:r>
          </a:p>
        </p:txBody>
      </p:sp>
      <p:pic>
        <p:nvPicPr>
          <p:cNvPr id="3" name="Picture 2" descr="2026041200_FT024h_300hPa_J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91" y="347472"/>
            <a:ext cx="3406714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FT024h (04/13 00UTC)  300hPa_Jet</a:t>
            </a:r>
          </a:p>
        </p:txBody>
      </p:sp>
      <p:pic>
        <p:nvPicPr>
          <p:cNvPr id="5" name="Picture 4" descr="2026041200_FT036h_300hPa_J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495" y="347472"/>
            <a:ext cx="3406714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9432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FT036h (04/13 12UTC)  300hPa_Jet</a:t>
            </a:r>
          </a:p>
        </p:txBody>
      </p:sp>
      <p:pic>
        <p:nvPicPr>
          <p:cNvPr id="7" name="Picture 6" descr="2026041200_FT024h_Fax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5" y="3602736"/>
            <a:ext cx="3424405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FT024h (04/13 00UTC)  Fax57</a:t>
            </a:r>
          </a:p>
        </p:txBody>
      </p:sp>
      <p:pic>
        <p:nvPicPr>
          <p:cNvPr id="9" name="Picture 8" descr="2026041200_FT036h_Fax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4649" y="3602736"/>
            <a:ext cx="3424405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9432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FT036h (04/13 12UTC)  Fax57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300hPa ジェット / 500hPa 気温 (Fax57)】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FT048h (04/14 00UTC)</a:t>
            </a:r>
          </a:p>
        </p:txBody>
      </p:sp>
      <p:pic>
        <p:nvPicPr>
          <p:cNvPr id="3" name="Picture 2" descr="2026041200_FT048h_300hPa_J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91" y="347472"/>
            <a:ext cx="3406714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FT048h (04/14 00UTC)  300hPa_Jet</a:t>
            </a:r>
          </a:p>
        </p:txBody>
      </p:sp>
      <p:pic>
        <p:nvPicPr>
          <p:cNvPr id="5" name="Picture 4" descr="2026041200_FT048h_Fax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45" y="3602736"/>
            <a:ext cx="3424405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FT048h (04/14 00UTC)  Fax57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大気不安定域 / 850hPa 相当温位】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FT000h (04/12 00UTC)  FT012h (04/12 12UTC)</a:t>
            </a:r>
          </a:p>
        </p:txBody>
      </p:sp>
      <p:pic>
        <p:nvPicPr>
          <p:cNvPr id="3" name="Picture 2" descr="2026041200_FT000h_In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26" y="347472"/>
            <a:ext cx="3214644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FT000h (04/12 00UTC)  Instability</a:t>
            </a:r>
          </a:p>
        </p:txBody>
      </p:sp>
      <p:pic>
        <p:nvPicPr>
          <p:cNvPr id="5" name="Picture 4" descr="2026041200_FT012h_In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257" y="347472"/>
            <a:ext cx="3265189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9432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FT012h (04/12 12UTC)  Instability</a:t>
            </a:r>
          </a:p>
        </p:txBody>
      </p:sp>
      <p:pic>
        <p:nvPicPr>
          <p:cNvPr id="7" name="Picture 6" descr="2026041200_FT000h_850hPa_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25" y="3602736"/>
            <a:ext cx="3159045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FT000h (04/12 00UTC)  850hPa_EPT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3602736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</a:rPr>
              <a:t>（画像なし）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FT012h (04/12 12UTC)  850hPa_EPT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大気不安定域 / 850hPa 相当温位】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FT024h (04/13 00UTC)  FT036h (04/13 12UTC)</a:t>
            </a:r>
          </a:p>
        </p:txBody>
      </p:sp>
      <p:pic>
        <p:nvPicPr>
          <p:cNvPr id="3" name="Picture 2" descr="2026041200_FT024h_In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53" y="347472"/>
            <a:ext cx="3265189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FT024h (04/13 00UTC)  Instability</a:t>
            </a:r>
          </a:p>
        </p:txBody>
      </p:sp>
      <p:pic>
        <p:nvPicPr>
          <p:cNvPr id="5" name="Picture 4" descr="2026041200_FT036h_In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257" y="347472"/>
            <a:ext cx="3265189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9432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FT036h (04/13 12UTC)  Instability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" y="3602736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</a:rPr>
              <a:t>（画像なし）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FT024h (04/13 00UTC)  850hPa_EPT</a:t>
            </a:r>
          </a:p>
        </p:txBody>
      </p:sp>
      <p:pic>
        <p:nvPicPr>
          <p:cNvPr id="9" name="Picture 8" descr="2026041200_FT036h_850hPa_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329" y="3602736"/>
            <a:ext cx="3159045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9432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FT036h (04/13 12UTC)  850hPa_EPT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大気不安定域 / 850hPa 相当温位】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FT048h (04/14 00UTC)</a:t>
            </a:r>
          </a:p>
        </p:txBody>
      </p:sp>
      <p:pic>
        <p:nvPicPr>
          <p:cNvPr id="3" name="Picture 2" descr="2026041200_FT048h_In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53" y="347472"/>
            <a:ext cx="3265189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FT048h (04/14 00UTC)  Instability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" y="3602736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</a:rPr>
              <a:t>（画像なし）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FT048h (04/14 00UTC)  850hPa_EPT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鉛直断面図】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FT000h (04/12 00UTC)</a:t>
            </a:r>
          </a:p>
        </p:txBody>
      </p:sp>
      <p:pic>
        <p:nvPicPr>
          <p:cNvPr id="3" name="Picture 2" descr="2026041200_FT000h_Cross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985508"/>
            <a:ext cx="4434840" cy="29967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FT000h (04/12 00UTC)  CrossSection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